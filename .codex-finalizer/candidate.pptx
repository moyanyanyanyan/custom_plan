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c459d649b480b" /><Relationship Type="http://schemas.openxmlformats.org/officeDocument/2006/relationships/extended-properties" Target="/docProps/app.xml" Id="R6e4e91175e624a91" /><Relationship Type="http://schemas.openxmlformats.org/officeDocument/2006/relationships/officeDocument" Target="/ppt/presentation.xml" Id="R906f02ab89f64d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5254778b949a0"/>
  </p:sldMasterIdLst>
  <p:notesMasterIdLst>
    <p:notesMasterId xmlns:r="http://schemas.openxmlformats.org/officeDocument/2006/relationships" r:id="R1229fbaedb534896"/>
  </p:notesMasterIdLst>
  <p:sldIdLst>
    <p:sldId xmlns:r="http://schemas.openxmlformats.org/officeDocument/2006/relationships" id="256" r:id="R46db2de612464499"/>
    <p:sldId xmlns:r="http://schemas.openxmlformats.org/officeDocument/2006/relationships" id="257" r:id="Rd4f362238df8423b"/>
    <p:sldId xmlns:r="http://schemas.openxmlformats.org/officeDocument/2006/relationships" id="258" r:id="R03e71134faf8486b"/>
    <p:sldId xmlns:r="http://schemas.openxmlformats.org/officeDocument/2006/relationships" id="259" r:id="Rb49b7d0ee0b8487b"/>
    <p:sldId xmlns:r="http://schemas.openxmlformats.org/officeDocument/2006/relationships" id="260" r:id="Rcb44d568d6d949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89e412c564939" /><Relationship Type="http://schemas.openxmlformats.org/officeDocument/2006/relationships/slideMaster" Target="/ppt/slideMasters/slideMaster1.xml" Id="Rddf5254778b949a0" /><Relationship Type="http://schemas.openxmlformats.org/officeDocument/2006/relationships/notesMaster" Target="/ppt/notesMasters/notesMaster1.xml" Id="R1229fbaedb534896" /><Relationship Type="http://schemas.openxmlformats.org/officeDocument/2006/relationships/presProps" Target="/ppt/presProps.xml" Id="Rae45561dff2f4e89" /><Relationship Type="http://schemas.openxmlformats.org/officeDocument/2006/relationships/tableStyles" Target="/ppt/tableStyles.xml" Id="R91fb78aedd8a415d" /><Relationship Type="http://schemas.openxmlformats.org/officeDocument/2006/relationships/slide" Target="/ppt/slides/slide1.xml" Id="R46db2de612464499" /><Relationship Type="http://schemas.openxmlformats.org/officeDocument/2006/relationships/slide" Target="/ppt/slides/slide2.xml" Id="Rd4f362238df8423b" /><Relationship Type="http://schemas.openxmlformats.org/officeDocument/2006/relationships/slide" Target="/ppt/slides/slide3.xml" Id="R03e71134faf8486b" /><Relationship Type="http://schemas.openxmlformats.org/officeDocument/2006/relationships/slide" Target="/ppt/slides/slide4.xml" Id="Rb49b7d0ee0b8487b" /><Relationship Type="http://schemas.openxmlformats.org/officeDocument/2006/relationships/slide" Target="/ppt/slides/slide5.xml" Id="Rcb44d568d6d949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08001f4112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a8f218de0c4489" /><Relationship Type="http://schemas.openxmlformats.org/officeDocument/2006/relationships/notesMaster" Target="/ppt/notesMasters/notesMaster1.xml" Id="R356cc1eecd4641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bc458b5fc248e3" /><Relationship Type="http://schemas.openxmlformats.org/officeDocument/2006/relationships/notesMaster" Target="/ppt/notesMasters/notesMaster1.xml" Id="R6432140945974a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f1abce797a4df5" /><Relationship Type="http://schemas.openxmlformats.org/officeDocument/2006/relationships/notesMaster" Target="/ppt/notesMasters/notesMaster1.xml" Id="Rdc131e631f87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665a50a2643a6" /><Relationship Type="http://schemas.openxmlformats.org/officeDocument/2006/relationships/notesMaster" Target="/ppt/notesMasters/notesMaster1.xml" Id="Rde7d98aeda60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80ceb5beb4452" /><Relationship Type="http://schemas.openxmlformats.org/officeDocument/2006/relationships/notesMaster" Target="/ppt/notesMasters/notesMaster1.xml" Id="R4b935df2a030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大家好，这是“离谱发明所”，一款常驻 Windows 桌面的游戏化计划工具。它会把每天完成的小事，炼成值得收藏的荒诞发明。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我们面向只想管理当天小任务，却容易忘记打开计划软件的用户。他们也在意桌面审美和个性表达。因此我们把计划入口放在桌面上，始终可见，但保持低打扰。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软件平时是桌面边缘的悬浮头像，外圈显示今日进度，点击即可展开完整 App。标准模式用于完整管理，紧凑模式保留任务和进度。用户还可在应用内按 Ctrl Shift M 快速切换。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用户可更换头像、背景、透明度和主题色，让面板融入自己的桌面。完成任务会产生稳定余波，拖延会形成史莱姆，AI 则把真实完成事项生成发明卡牌和像素道具，把认真生活留成收藏。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 React、TypeScript 和 Vite 完成界面，用 Tauri 和 Rust 实现 Windows 双窗口、悬浮置顶、贴边和模式切换。任务和收藏保存在本地，AI 生成发明内容。目前可安装的 Windows 原型和主要闭环已经完成。用户负责认真生活，AI 负责胡乱发明。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9a8b8d26d49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807c79dcd74800" /><Relationship Type="http://schemas.openxmlformats.org/officeDocument/2006/relationships/slideLayout" Target="/ppt/slideLayouts/slideLayout1.xml" Id="R281c5d6d9c534a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1c5d6d9c534a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4a2d0903449a4" /><Relationship Type="http://schemas.openxmlformats.org/officeDocument/2006/relationships/image" Target="/ppt/media/image.png" Id="Rd42738df75524cfd" /><Relationship Type="http://schemas.openxmlformats.org/officeDocument/2006/relationships/notesSlide" Target="/ppt/notesSlides/notesSlide1.xml" Id="Rb139ca672b5c4c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29440caca4bf3" /><Relationship Type="http://schemas.openxmlformats.org/officeDocument/2006/relationships/image" Target="/ppt/media/image2.png" Id="Rd9313150d76b4314" /><Relationship Type="http://schemas.openxmlformats.org/officeDocument/2006/relationships/notesSlide" Target="/ppt/notesSlides/notesSlide2.xml" Id="R2f60a0304ba8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e557e1f524e96" /><Relationship Type="http://schemas.openxmlformats.org/officeDocument/2006/relationships/image" Target="/ppt/media/image3.png" Id="Rde5ce861e5b14a95" /><Relationship Type="http://schemas.openxmlformats.org/officeDocument/2006/relationships/image" Target="/ppt/media/image4.png" Id="R2fbab4c210e04adc" /><Relationship Type="http://schemas.openxmlformats.org/officeDocument/2006/relationships/notesSlide" Target="/ppt/notesSlides/notesSlide3.xml" Id="R42fafaa13c27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653011acd461e" /><Relationship Type="http://schemas.openxmlformats.org/officeDocument/2006/relationships/image" Target="/ppt/media/image5.png" Id="R2322a9c945904599" /><Relationship Type="http://schemas.openxmlformats.org/officeDocument/2006/relationships/notesSlide" Target="/ppt/notesSlides/notesSlide4.xml" Id="R18e0347161b848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1c2d75ab54acb" /><Relationship Type="http://schemas.openxmlformats.org/officeDocument/2006/relationships/image" Target="/ppt/media/image6.png" Id="R688c22ec01d14542" /><Relationship Type="http://schemas.openxmlformats.org/officeDocument/2006/relationships/notesSlide" Target="/ppt/notesSlides/notesSlide5.xml" Id="R527da7da7a844a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D5FFF-83E2-4234-A62D-76AD1B23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BCDEC-8996-4C2A-AAD0-FCCC40BC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6667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1F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BDD38-4D11-4563-B50E-0F63D278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953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离谱发明所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F04B3-4F32-4514-ADB6-61A13A97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ABSURD INVENTION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3BE69-EADA-4115-94D5-0345B242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一款常驻桌面的游戏化计划工具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F808E-D2FD-4579-8FA9-4E8364DA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把每天完成的小事，</a:t>
            </a:r>
          </a:p>
          <a:p xmlns:a="http://schemas.openxmlformats.org/drawingml/2006/main">
            <a:pPr algn="l">
              <a:defRPr sz="1650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炼成值得收藏的荒诞发明。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EA829-C718-484E-A36E-9EB74A7A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rPr>
              <a:t>WINDOWS DESKTOP · HACKATHON DEMO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738df75524cfd"/>
          <a:stretch xmlns:a="http://schemas.openxmlformats.org/drawingml/2006/main"/>
        </p:blipFill>
        <p:spPr>
          <a:xfrm xmlns:a="http://schemas.openxmlformats.org/drawingml/2006/main">
            <a:off x="6318905" y="457200"/>
            <a:ext cx="4983440" cy="59436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</p:spTree>
    <p:extLst>
      <p:ext uri="{BB962C8B-B14F-4D97-AF65-F5344CB8AC3E}">
        <p14:creationId xmlns:p14="http://schemas.microsoft.com/office/powerpoint/2010/main" val="1998748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347D0-F74C-46F8-8E8A-12351240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需要随时看到计划，也希望桌面足够好看的人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AC267-1903-4C50-A7E2-B28FFB92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2AD68-96B2-4793-A13E-3639BE98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A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FC0A5-F250-40CA-8C49-9497799D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计划一旦离开视线，就容易被忘记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D9008-492C-480A-9492-623922DE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轻量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F7564-53FC-4561-AEFB-9918B191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027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只想快速管理当天任务，不需要复杂项目流程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6AA74-0856-4EE1-9027-2BC353D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7A211-396B-4751-9718-2BAE228A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可见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B113D-02D4-4C92-A360-8A72F100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6707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工作或学习时，容易忘记主动打开计划软件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1A56A-CD73-4763-A8C5-06BA68CA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36778-0516-4991-B38E-4E01A3A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1975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个性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A94FF-9525-4CF0-99B6-FB4BF45B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33875"/>
            <a:ext cx="442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在意桌面美观、个性化表达和轻游戏化反馈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1BA4D-5ECC-47E8-96D1-B34B6C8D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2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13150d76b4314"/>
          <a:stretch xmlns:a="http://schemas.openxmlformats.org/drawingml/2006/main"/>
        </p:blipFill>
        <p:spPr>
          <a:xfrm xmlns:a="http://schemas.openxmlformats.org/drawingml/2006/main">
            <a:off x="7239000" y="1438672"/>
            <a:ext cx="4095750" cy="4266406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D70F4-7F0C-4193-ADE9-E7AA6E7A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81150"/>
            <a:ext cx="4762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1F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F3068-2A9B-43B8-8F95-993F10CE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340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rPr>
              <a:t>悬浮头像持续但低打扰</a:t>
            </a:r>
          </a:p>
          <a:p xmlns:a="http://schemas.openxmlformats.org/drawingml/2006/main">
            <a:pPr algn="ctr">
              <a:defRPr sz="135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rPr>
              <a:t>需要时，一点即开</a:t>
            </a:r>
          </a:p>
        </p:txBody>
      </p:sp>
    </p:spTree>
    <p:extLst>
      <p:ext uri="{BB962C8B-B14F-4D97-AF65-F5344CB8AC3E}">
        <p14:creationId xmlns:p14="http://schemas.microsoft.com/office/powerpoint/2010/main" val="1715234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045D2-7E95-4E47-8AD8-17E45951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一个头像，两种计划面板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036B8-CD9C-49C7-A241-122D9E1A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5EF13-F800-4B4E-909D-15F4C095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A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C179F-6920-4D41-AD87-BE1443C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标准模式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BD8FE-241D-4E07-80AF-AED767C1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完整管理与每日发明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17F0D-3CD0-4C24-A50A-04DF7F12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紧凑模式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B5595-E452-49BE-8615-4921D11B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144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保留任务与进度，降低占用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ce861e5b14a95"/>
          <a:stretch xmlns:a="http://schemas.openxmlformats.org/drawingml/2006/main"/>
        </p:blipFill>
        <p:spPr>
          <a:xfrm xmlns:a="http://schemas.openxmlformats.org/drawingml/2006/main">
            <a:off x="1523281" y="1876425"/>
            <a:ext cx="3354238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ab4c210e04adc"/>
          <a:stretch xmlns:a="http://schemas.openxmlformats.org/drawingml/2006/main"/>
        </p:blipFill>
        <p:spPr>
          <a:xfrm xmlns:a="http://schemas.openxmlformats.org/drawingml/2006/main">
            <a:off x="7004685" y="1876425"/>
            <a:ext cx="384048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2F941-32AC-4181-AD0D-BDA4164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82CFE-D90E-49BA-B0EC-8191F1B8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rPr>
              <a:t>悬浮头像一点即开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57203-86A0-4EC6-AE10-A2582F13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57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Ctrl + Shift + M  应用内切换模式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2658E-2DD3-46DE-8556-6863994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2579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可安装的 Windows 桌面 App</a:t>
            </a:r>
          </a:p>
        </p:txBody>
      </p:sp>
    </p:spTree>
    <p:extLst>
      <p:ext uri="{BB962C8B-B14F-4D97-AF65-F5344CB8AC3E}">
        <p14:creationId xmlns:p14="http://schemas.microsoft.com/office/powerpoint/2010/main" val="781917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53C14-95C6-4E7C-82BA-5BD6D2E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低打扰入口与个性化激励闭环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50153-DFBB-4EC4-B1CB-B613AAD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61148-F50E-4416-A885-16F32FA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A52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304925"/>
          <a:ext xmlns:a="http://schemas.openxmlformats.org/drawingml/2006/main" cx="76200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571750"/>
                <a:gridCol w="3619500"/>
              </a:tblGrid>
              <a:tr h="7540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5F4"/>
                          </a:solidFill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B8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5F4"/>
                          </a:solidFill>
                        </a:rPr>
                        <a:t>常规计划体验</a:t>
                      </a:r>
                    </a:p>
                  </a:txBody>
                  <a:tcPr marL="91440" marR="91440" marT="45720" marB="45720">
                    <a:solidFill>
                      <a:srgbClr val="B8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5F4"/>
                          </a:solidFill>
                        </a:rPr>
                        <a:t>离谱发明所</a:t>
                      </a:r>
                    </a:p>
                  </a:txBody>
                  <a:tcPr marL="91440" marR="91440" marT="45720" marB="45720">
                    <a:solidFill>
                      <a:srgbClr val="B81F2A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C879"/>
                          </a:solidFill>
                        </a:rPr>
                        <a:t>查看方式</a:t>
                      </a:r>
                    </a:p>
                  </a:txBody>
                  <a:tcPr marL="91440" marR="91440" marT="45720" marB="45720"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8B3B3"/>
                          </a:solidFill>
                        </a:rPr>
                        <a:t>主动打开完整窗口</a:t>
                      </a:r>
                    </a:p>
                  </a:txBody>
                  <a:tcPr marL="91440" marR="91440" marT="45720" marB="45720"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5F4"/>
                          </a:solidFill>
                        </a:rPr>
                        <a:t>桌面悬浮头像，一点即开</a:t>
                      </a:r>
                    </a:p>
                  </a:txBody>
                  <a:tcPr marL="91440" marR="91440" marT="45720" marB="45720">
                    <a:solidFill>
                      <a:srgbClr val="24191C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C879"/>
                          </a:solidFill>
                        </a:rPr>
                        <a:t>使用形态</a:t>
                      </a:r>
                    </a:p>
                  </a:txBody>
                  <a:tcPr marL="91440" marR="91440" marT="45720" marB="45720"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8B3B3"/>
                          </a:solidFill>
                        </a:rPr>
                        <a:t>相对固定的单一窗口</a:t>
                      </a:r>
                    </a:p>
                  </a:txBody>
                  <a:tcPr marL="91440" marR="91440" marT="45720" marB="45720"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5F4"/>
                          </a:solidFill>
                        </a:rPr>
                        <a:t>标准与紧凑模式切换</a:t>
                      </a:r>
                    </a:p>
                  </a:txBody>
                  <a:tcPr marL="91440" marR="91440" marT="45720" marB="45720">
                    <a:solidFill>
                      <a:srgbClr val="24191C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C879"/>
                          </a:solidFill>
                        </a:rPr>
                        <a:t>个性化</a:t>
                      </a:r>
                    </a:p>
                  </a:txBody>
                  <a:tcPr marL="91440" marR="91440" marT="45720" marB="45720"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8B3B3"/>
                          </a:solidFill>
                        </a:rPr>
                        <a:t>以基础主题设置为主</a:t>
                      </a:r>
                    </a:p>
                  </a:txBody>
                  <a:tcPr marL="91440" marR="91440" marT="45720" marB="45720"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5F4"/>
                          </a:solidFill>
                        </a:rPr>
                        <a:t>头像、背景、透明度与主题色</a:t>
                      </a:r>
                    </a:p>
                  </a:txBody>
                  <a:tcPr marL="91440" marR="91440" marT="45720" marB="45720">
                    <a:solidFill>
                      <a:srgbClr val="24191C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C879"/>
                          </a:solidFill>
                        </a:rPr>
                        <a:t>完成反馈</a:t>
                      </a:r>
                    </a:p>
                  </a:txBody>
                  <a:tcPr marL="91440" marR="91440" marT="45720" marB="45720"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8B3B3"/>
                          </a:solidFill>
                        </a:rPr>
                        <a:t>勾选或状态变化</a:t>
                      </a:r>
                    </a:p>
                  </a:txBody>
                  <a:tcPr marL="91440" marR="91440" marT="45720" marB="45720"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5F4"/>
                          </a:solidFill>
                        </a:rPr>
                        <a:t>稳定余波、史莱姆与 AI 发明</a:t>
                      </a:r>
                    </a:p>
                  </a:txBody>
                  <a:tcPr marL="91440" marR="91440" marT="45720" marB="45720">
                    <a:solidFill>
                      <a:srgbClr val="24191C"/>
                    </a:solidFill>
                  </a:tcPr>
                </a:tc>
              </a:tr>
              <a:tr h="754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C879"/>
                          </a:solidFill>
                        </a:rPr>
                        <a:t>长期回顾</a:t>
                      </a:r>
                    </a:p>
                  </a:txBody>
                  <a:tcPr marL="91440" marR="91440" marT="45720" marB="45720">
                    <a:solidFill>
                      <a:srgbClr val="18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8B3B3"/>
                          </a:solidFill>
                        </a:rPr>
                        <a:t>历史任务列表</a:t>
                      </a:r>
                    </a:p>
                  </a:txBody>
                  <a:tcPr marL="91440" marR="91440" marT="45720" marB="45720">
                    <a:solidFill>
                      <a:srgbClr val="14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7F5F4"/>
                          </a:solidFill>
                        </a:rPr>
                        <a:t>真实完成事项变成可收藏成果</a:t>
                      </a:r>
                    </a:p>
                  </a:txBody>
                  <a:tcPr marL="91440" marR="91440" marT="45720" marB="45720">
                    <a:solidFill>
                      <a:srgbClr val="24191C"/>
                    </a:solidFill>
                  </a:tcPr>
                </a:tc>
              </a:tr>
            </a:tbl>
          </a:graphicData>
        </a:graphic>
      </p:graphicFrame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2a9c945904599"/>
          <a:srcRect xmlns:a="http://schemas.openxmlformats.org/drawingml/2006/main" l="0" t="1364" r="0" b="1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1333500"/>
            <a:ext cx="2914650" cy="3381375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2B242-2375-4BEB-8860-736AA2F4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用户可自定义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61BD4-2A96-4284-BE1C-2648DE8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头像  背景  透明度  主题色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4EECB-0C01-4305-A96F-60AB623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579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rPr>
              <a:t>更方便地看计划，也把计划工具变成自己的桌面空间</a:t>
            </a:r>
          </a:p>
        </p:txBody>
      </p:sp>
    </p:spTree>
    <p:extLst>
      <p:ext uri="{BB962C8B-B14F-4D97-AF65-F5344CB8AC3E}">
        <p14:creationId xmlns:p14="http://schemas.microsoft.com/office/powerpoint/2010/main" val="601851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2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ADD1C-9C50-4E7E-9974-80354886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支撑完整桌面体验的技术实现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713B0-7483-46B8-B940-4B0F75F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F1711-B583-41AA-A546-DAA6E9CA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A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3F76A-9C70-40DF-8C6A-649AB96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已完成可安装运行的</a:t>
            </a:r>
          </a:p>
          <a:p xmlns:a="http://schemas.openxmlformats.org/drawingml/2006/main">
            <a:pPr algn="l">
              <a:defRPr sz="27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Windows 单机原型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992C4-3CDF-4573-81C9-96C0C010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4BE3E-344F-4B1F-B116-F8C8EC8F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React 19 · TypeScript ·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A2DC4-9F5A-4973-A1D4-0F98373F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计划界面与个性化主题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D72C6-64DB-4ED3-953A-0A8B1E4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A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DF5DF-D719-4A47-B113-76050F7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Tauri 2 · 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ED9F0-B97A-4819-8708-1243A68D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Windows 双窗口、悬浮置顶、贴边与尺寸切换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0366D-9D13-4212-B73E-96499DDA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5C818-A954-4549-9B2E-56CAC3B9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本地数据仓库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F7F63-447A-4C7E-B5A4-D3D8BC4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任务、设置、收藏与图片资产保存在本地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D5BD8-5ECA-409F-B649-553C9EDA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9EDBD-DCEB-4961-8E9E-6AA19C3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AI 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4646E-C4F5-4D90-B33C-77744056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3B3"/>
                </a:solidFill>
                <a:latin typeface="Microsoft YaHei"/>
                <a:ea typeface="Microsoft YaHei"/>
                <a:cs typeface="Microsoft YaHei"/>
              </a:rPr>
              <a:t>发明文案、卡牌插图与像素道具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c22ec01d14542"/>
          <a:stretch xmlns:a="http://schemas.openxmlformats.org/drawingml/2006/main"/>
        </p:blipFill>
        <p:spPr>
          <a:xfrm xmlns:a="http://schemas.openxmlformats.org/drawingml/2006/main">
            <a:off x="6866258" y="1009650"/>
            <a:ext cx="3793484" cy="4524375"/>
          </a:xfrm>
          <a:prstGeom xmlns:a="http://schemas.openxmlformats.org/drawingml/2006/main" prst="roundRect">
            <a:avLst>
              <a:gd name="adj" fmla="val 378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C76A4-9865-426D-954F-30092FED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43575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D0CC6-B92F-4821-AD0F-74055557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05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4A52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E0B9E-9AFF-4C3F-9955-E2C9B836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48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F5F4"/>
                </a:solidFill>
                <a:latin typeface="Microsoft YaHei"/>
                <a:ea typeface="Microsoft YaHei"/>
                <a:cs typeface="Microsoft YaHei"/>
              </a:rPr>
              <a:t>更丰富的主题内容、桌面交互与长期使用验证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17E52-11B6-49E3-A67D-A8737DA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C879"/>
                </a:solidFill>
                <a:latin typeface="Microsoft YaHei"/>
                <a:ea typeface="Microsoft YaHei"/>
                <a:cs typeface="Microsoft YaHei"/>
              </a:rPr>
              <a:t>用户负责认真生活，AI 负责胡乱发明。</a:t>
            </a:r>
          </a:p>
        </p:txBody>
      </p:sp>
    </p:spTree>
    <p:extLst>
      <p:ext uri="{BB962C8B-B14F-4D97-AF65-F5344CB8AC3E}">
        <p14:creationId xmlns:p14="http://schemas.microsoft.com/office/powerpoint/2010/main" val="507542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2026-09-14T13:50:43.6810000Z</dcterms:created>
  <dcterms:modified xsi:type="dcterms:W3CDTF">2026-09-14T13:50:43.6810000Z</dcterms:modified>
</coreProperties>
</file>